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Sistema de Controle de Contratações do GT PROPAG. As telas apresentadas refletem os dados do sistema em 25/09/2026 e mostram como cada perfil visualiza e opera o fluxo de contratação.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funcionalidades centrais. O sistema organiza a carteira, gera o checklist do fluxo conforme a modalidade, controla os prazos legais, distribui responsabilidades, consolida pendências e relatórios e registra todas as alterações em auditoria.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Relação dos perfis cadastrados no sistema e dos integrantes associados a cada um. As permissões são aplicadas pelas regras de segurança do banco de dados: a elaboração edita as Etapas I e II, o ponto focal as Etapas III a V, e coordenação, conformidade e administrador editam todas. Qualquer integrante edita as atividades pelas quais é responsável.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Divisão de responsabilidades por etapa, conforme cadastrada no sistema: as Etapas I e II são executadas pela elaboração de artefatos (Frente II) e as Etapas III a V pelo ponto focal FAETEC (Frente III). Coordenação, conformidade e administrador atuam de forma transversal.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de entrada. O integrante acessa com o e-mail institucional cadastrado pelo administrador. No primeiro acesso, define a senha e a conta é vinculada automaticamente ao seu perfil.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 de contratações, disponível para todos os perfis. Reúne os indicadores da carteira, a distribuição das demandas pelas cinco etapas do caminho crítico, o andamento das atividades da Etapa I, a distribuição por modalidade e o acompanhamento dos prazos legais. Imagem em alta definição (3840 × 2160).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de contratações, com a visão da coordenação. Os filtros rápidos mostram a quantidade de demandas em cada situação; a lista traz etapa, atividade atual, responsável, valor e situação de cada contratação.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de cadastro. Ao criar a contratação, o sistema gera automaticamente o checklist conforme a modalidade e passa a monitorar os prazos legais. A tela foi capturada sem preenchimento e nada foi salvo.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da contratação 01 (Chromebooks). A coordenação designa o responsável de cada etapa; a regra do banco aplica o nome às atividades abertas sem responsável e notifica o integrante. O responsável geral da contratação é definido na aba “Dados e painel”.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da Etapa I visto pela elaboração de artefatos. O perfil edita as atividades das Etapas I e II; as etapas seguintes aparecem para consulta. Cada alteração gera andamento automático e registro na auditoria.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Catálogo de atas. A verificação de ata válida é o ponto de controle da Etapa II: sem ata válida, o fluxo de adesão é interrompido. Por isso, o registro da vigência é essencial.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de auditoria, disponível para conformidade, coordenação e administrador. Registra quem alterou, quando e o quê, sem possibilidade de edição. No exemplo, a alteração do nome do administrador em 24/09/2026.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 de pendências da equipe. Mostra a carga de cada integrante e destaca as atividades abertas sem responsável, que devem ser designadas na contratação ou por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de pendências pessoais, no exemplo do integrante Gibson Cruz da Silva, com as duas atividades hoje atribuídas a ele. Cada integrante vê aqui o que está sob sua responsabilidade.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III do checklist, executada pelo ponto focal FAETEC. A contagem do prazo legal começa na data de envio registrada, considerando dias corridos ou úteis e os feriados cadastrados.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Aba de documentos da contratação 01. Os arquivos ficam armazenados de forma privada e vinculados à contratação e, opcionalmente, à atividade.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de manutenção, exclusiva do administrador. Permite cadastrar integrantes e perfis e ajustar as regras do fluxo. A coluna de acesso mostra que, em 25/09/2026, apenas o administrador e a coordenadora Karina Ferrarez possuem conta ativa; os demais integrantes ainda precisam ter o e-mail cadastrado.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de relatórios, na aba de posição da carteira. Os reports semanal, mensal e por período podem ser filtrados e exportados em Excel ou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da equipe do GT, disponível para todos os perfis: composição por frente e órgão, modelo de trabalho e atividades abertas atribuídas a cada integrante.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Passos para a operação plena do sistema. Em 25/09/2026, apenas o administrador e a coordenadora Karina Ferrarez possuem conta ativa; o cadastro dos e-mails dos demais integrantes é o primeiro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 DO ESTADO DO RIO DE JANEIRO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COMPRAS PÚBLICAS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SISTEMA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Controle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Contratações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371600" cy="0"/>
          </a:xfrm>
          <a:prstGeom prst="line">
            <a:avLst/>
          </a:prstGeom>
          <a:noFill/>
          <a:ln w="31750">
            <a:solidFill>
              <a:srgbClr val="C896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2976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e atuação de cada perfil no fluxo de contratação da FAETEC.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6692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gt-propag-faetec.netlify.app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349240" cy="3048953"/>
          </a:xfrm>
          <a:prstGeom prst="rect">
            <a:avLst/>
          </a:prstGeom>
          <a:solidFill>
            <a:srgbClr val="1E3564"/>
          </a:solidFill>
          <a:ln w="12700">
            <a:solidFill>
              <a:srgbClr val="3A5184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0" descr="/home/user/seenemar-transportes/docs/apresentacao/sistema/img/00-painel-4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057400"/>
            <a:ext cx="5257800" cy="295751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92240" y="5197793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contratações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sistema oferece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345429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16284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45920"/>
            <a:ext cx="3454298" cy="64008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019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901952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de contratações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514600"/>
            <a:ext cx="29056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demandas do GT, com etapa, atividade atual, responsável, valor e situação, com filtros e exportação para Excel.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8698" y="1645920"/>
            <a:ext cx="345429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16284D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8698" y="1645920"/>
            <a:ext cx="3454298" cy="64008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43018" y="19019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283098" y="1901952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do fluxo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43018" y="2514600"/>
            <a:ext cx="29056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contratação recebe as atividades das 5 etapas conforme a modalidade: 32 na adesão à ata, 26 nas demais e 7 enquanto a modalidade está a definir.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7317" y="1645920"/>
            <a:ext cx="345429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16284D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7317" y="1645920"/>
            <a:ext cx="3454298" cy="64008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71637" y="19019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011717" y="1901952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legais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71637" y="2514600"/>
            <a:ext cx="29056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automática a partir da data de envio: SEPLAG 15 dias corridos, PRODERJ 20 dias úteis (+20) e CGE 15 dias corridos.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345429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16284D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069080"/>
            <a:ext cx="3454298" cy="64008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3251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4325112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937760"/>
            <a:ext cx="29056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geral por contratação e responsável por etapa, com propagação às atividades abertas e aviso ao integrante designado.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68698" y="4069080"/>
            <a:ext cx="345429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16284D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68698" y="4069080"/>
            <a:ext cx="3454298" cy="64008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43018" y="43251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5283098" y="4325112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Pendências e relatórios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643018" y="4937760"/>
            <a:ext cx="29056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pessoal e da equipe, reports semanal, mensal e por período, posição da carteira, prazos e pendências.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97317" y="4069080"/>
            <a:ext cx="345429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16284D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97317" y="4069080"/>
            <a:ext cx="3454298" cy="64008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71637" y="43251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9011717" y="4325112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371637" y="4937760"/>
            <a:ext cx="29056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quem alterou, quando e o quê, com os valores anteriores e posteriores de cada campo.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ACESSO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perfis, cada um com o seu papel no fluxo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32785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Atuação no sistema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Karina Ferrarez · Vinicius Murat · Cristiane Vaz dos Santos Aguiar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Cadastra contratações, designa responsáveis, acompanha a equipe e edita todas as etapas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Elias Conceição Magalhães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Confere os artefatos, consulta a auditoria e as pendências da equipe; edita todas as etapas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5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Elaboração de artefatos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Andressa · Allana · Taina · Thamyres · Pascoal · Mara · Thailane · Marco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Executa as Etapas I e II (DOD, ETP, TR, mapa de riscos, adesão à ata) e cadastra atas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A5F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 focal FAETEC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Jhonatan Silva Santos · Gibson Cruz da Silva · Luene Fernandes Curvello d’Ávila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Executa as Etapas III a V, registra envios com prazo legal, anexa documentos e andamentos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3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Rodrigo Maul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 total: integrantes e perfis, listas, feriados, atividades, prazos e modalidades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disponível para quem precisa apenas acompanhar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 painel, contratações e relatórios, sem editar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8064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ação de qualquer perfil é registrada na auditoria. O que cada perfil pode editar é controlado no banco de dados, não apenas na tela.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CONTRATAÇÃO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atua em cada etapa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2036003" cy="3246120"/>
          </a:xfrm>
          <a:prstGeom prst="rect">
            <a:avLst/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2036003" cy="64008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87452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48840"/>
            <a:ext cx="16702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da contratação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4320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atividades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0896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· ETP · TR · mapa de riscos · aprovação (VPA)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1670243" cy="457200"/>
          </a:xfrm>
          <a:prstGeom prst="rect">
            <a:avLst/>
          </a:prstGeom>
          <a:solidFill>
            <a:srgbClr val="2F5E8E"/>
          </a:solidFill>
          <a:ln w="9525">
            <a:solidFill>
              <a:srgbClr val="5B86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20624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DE ARTEFATOS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58963" y="1691640"/>
            <a:ext cx="2036003" cy="3246120"/>
          </a:xfrm>
          <a:prstGeom prst="rect">
            <a:avLst/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58963" y="1691640"/>
            <a:ext cx="2036003" cy="64008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41843" y="187452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II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041843" y="2148840"/>
            <a:ext cx="16702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à ARP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041843" y="274320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atividades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041843" y="310896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Anuências · verificação de ata válida · vantajosidade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041843" y="4206240"/>
            <a:ext cx="1670243" cy="457200"/>
          </a:xfrm>
          <a:prstGeom prst="rect">
            <a:avLst/>
          </a:prstGeom>
          <a:solidFill>
            <a:srgbClr val="2F5E8E"/>
          </a:solidFill>
          <a:ln w="9525">
            <a:solidFill>
              <a:srgbClr val="5B86B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41843" y="420624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DE ARTEFATOS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77846" y="1691640"/>
            <a:ext cx="2036003" cy="3246120"/>
          </a:xfrm>
          <a:prstGeom prst="rect">
            <a:avLst/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7846" y="1691640"/>
            <a:ext cx="2036003" cy="64008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60726" y="187452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III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260726" y="2148840"/>
            <a:ext cx="16702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Comunicações e análises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60726" y="274320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atividades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260726" y="310896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SEPLAG 15 dias corridos · PRODERJ 20 dias úteis (+20)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260726" y="4206240"/>
            <a:ext cx="1670243" cy="457200"/>
          </a:xfrm>
          <a:prstGeom prst="rect">
            <a:avLst/>
          </a:prstGeom>
          <a:solidFill>
            <a:srgbClr val="8A5F0D"/>
          </a:solidFill>
          <a:ln w="9525">
            <a:solidFill>
              <a:srgbClr val="E0B4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60726" y="420624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FOCAL FAETEC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296729" y="1691640"/>
            <a:ext cx="2036003" cy="3246120"/>
          </a:xfrm>
          <a:prstGeom prst="rect">
            <a:avLst/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96729" y="1691640"/>
            <a:ext cx="2036003" cy="64008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79609" y="187452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IV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479609" y="2148840"/>
            <a:ext cx="16702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preços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479609" y="274320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atividades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479609" y="310896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RAPP · checklist PGE · disponibilidade orçamentária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79609" y="4206240"/>
            <a:ext cx="1670243" cy="457200"/>
          </a:xfrm>
          <a:prstGeom prst="rect">
            <a:avLst/>
          </a:prstGeom>
          <a:solidFill>
            <a:srgbClr val="8A5F0D"/>
          </a:solidFill>
          <a:ln w="9525">
            <a:solidFill>
              <a:srgbClr val="E0B45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79609" y="420624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FOCAL FAETEC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515612" y="1691640"/>
            <a:ext cx="2036003" cy="3246120"/>
          </a:xfrm>
          <a:prstGeom prst="rect">
            <a:avLst/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15612" y="1691640"/>
            <a:ext cx="2036003" cy="64008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698492" y="187452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V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698492" y="2148840"/>
            <a:ext cx="16702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e publicidade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9698492" y="274320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atividades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698492" y="310896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jurídica · CGE 15 dias corridos · empenho · PNCP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698492" y="4206240"/>
            <a:ext cx="1670243" cy="457200"/>
          </a:xfrm>
          <a:prstGeom prst="rect">
            <a:avLst/>
          </a:prstGeom>
          <a:solidFill>
            <a:srgbClr val="8A5F0D"/>
          </a:solidFill>
          <a:ln w="9525">
            <a:solidFill>
              <a:srgbClr val="E0B45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698492" y="420624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FOCAL FAETEC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51663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todas as etapas: </a:t>
            </a:r>
            <a:pPr indent="0" marL="0">
              <a:buNone/>
            </a:pPr>
            <a:r>
              <a:rPr lang="en-US" sz="150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coordenação designa responsáveis e acompanha; a conformidade confere os artefatos e a auditoria; o administrador mantém cadastros e regras.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3A518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SISTEMA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com e-mail institucional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1485900" cy="310896"/>
          </a:xfrm>
          <a:prstGeom prst="rect">
            <a:avLst/>
          </a:prstGeom>
          <a:solidFill>
            <a:srgbClr val="16284D"/>
          </a:solidFill>
          <a:ln w="12700">
            <a:solidFill>
              <a:srgbClr val="1628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1485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PERFIS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integrantes cadastrados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institucional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e-mails cadastrados pelo administrador conseguem criar conta.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11296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Definida pelo próprio integrante no primeiro acesso; pode ser alterada depois no menu.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462272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443984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 sistema já no perfil do integrante.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394960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37667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acesso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 senha e vincula a conta automaticamente ao cadastro do integrante.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69664" y="1536192"/>
            <a:ext cx="7418527" cy="4204926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52400" dist="38100" dir="5400000">
              <a:srgbClr val="16284D">
                <a:alpha val="18000"/>
              </a:srgbClr>
            </a:outerShdw>
          </a:effectLst>
        </p:spPr>
      </p:sp>
      <p:pic>
        <p:nvPicPr>
          <p:cNvPr id="22" name="Image 0" descr="/home/user/seenemar-transportes/docs/apresentacao/sistema/img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72768"/>
            <a:ext cx="7345375" cy="413177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PERFIS · PAINEL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03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consolidada da carteira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522415" y="60350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Indicadores, caminho crítico, andamento da Etapa I, modalidades e prazos legais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58672" y="1133856"/>
            <a:ext cx="9674352" cy="5473827"/>
          </a:xfrm>
          <a:prstGeom prst="rect">
            <a:avLst/>
          </a:prstGeom>
          <a:solidFill>
            <a:srgbClr val="FFFFFF"/>
          </a:solidFill>
          <a:ln w="9525">
            <a:solidFill>
              <a:srgbClr val="3A5184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user/seenemar-transportes/docs/apresentacao/sistema/img/00-painel-4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248" y="1170432"/>
            <a:ext cx="9601200" cy="5400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· CARTEIRA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Acompanhamento da carteira de contratações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1138428" cy="310896"/>
          </a:xfrm>
          <a:prstGeom prst="rect">
            <a:avLst/>
          </a:prstGeom>
          <a:solidFill>
            <a:srgbClr val="16284D"/>
          </a:solidFill>
          <a:ln w="12700">
            <a:solidFill>
              <a:srgbClr val="1628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11384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Karina Ferrarez · Vinicius Murat · Cristiane Vaz dos Santos Aguiar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rápidos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da carteira em um clique: em andamento, devolvidas, sem justificativa, sem responsável, prazo vencido.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11296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responsável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de cada integrante, combinável com modalidade, etapa e situação.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462272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443984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contratação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demanda, disponível para coordenação e administrador.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394960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37667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Excel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filtrada exportada em planilha.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69664" y="1536192"/>
            <a:ext cx="7418527" cy="4204926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52400" dist="38100" dir="5400000">
              <a:srgbClr val="16284D">
                <a:alpha val="18000"/>
              </a:srgbClr>
            </a:outerShdw>
          </a:effectLst>
        </p:spPr>
      </p:sp>
      <p:pic>
        <p:nvPicPr>
          <p:cNvPr id="22" name="Image 0" descr="/home/user/seenemar-transportes/docs/apresentacao/sistema/img/02-coord-cartei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72768"/>
            <a:ext cx="7345375" cy="413177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· CADASTRO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Cadastro de nova contratação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1138428" cy="310896"/>
          </a:xfrm>
          <a:prstGeom prst="rect">
            <a:avLst/>
          </a:prstGeom>
          <a:solidFill>
            <a:srgbClr val="16284D"/>
          </a:solidFill>
          <a:ln w="12700">
            <a:solidFill>
              <a:srgbClr val="1628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11384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Karina Ferrarez · Vinicius Murat · Cristiane Vaz dos Santos Aguiar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passos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Identificação, planejamento e PCA, enquadramento, responsáveis e documentos.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7588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padronizado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no padrão “Contratação de [objeto], visando atender às necessidades da FAETEC”.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9145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77316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Prévia do checklist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mostra quantas atividades serão geradas e quais prazos legais serão monitorados.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69664" y="1536192"/>
            <a:ext cx="7418527" cy="4204926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52400" dist="38100" dir="5400000">
              <a:srgbClr val="16284D">
                <a:alpha val="18000"/>
              </a:srgbClr>
            </a:outerShdw>
          </a:effectLst>
        </p:spPr>
      </p:sp>
      <p:pic>
        <p:nvPicPr>
          <p:cNvPr id="19" name="Image 0" descr="/home/user/seenemar-transportes/docs/apresentacao/sistema/img/03-coord-no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72768"/>
            <a:ext cx="7345375" cy="4131774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· RESPONSABILIDADES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Designação do responsável por etapa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1138428" cy="310896"/>
          </a:xfrm>
          <a:prstGeom prst="rect">
            <a:avLst/>
          </a:prstGeom>
          <a:solidFill>
            <a:srgbClr val="16284D"/>
          </a:solidFill>
          <a:ln w="12700">
            <a:solidFill>
              <a:srgbClr val="1628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11384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Karina Ferrarez · Vinicius Murat · Cristiane Vaz dos Santos Aguiar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da etapa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designar, o nome é aplicado a todas as atividades abertas da etapa e o integrante recebe um aviso no sistema.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7588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por etapa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responsável e prazo de cada atividade, com o progresso da etapa ao lado.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69664" y="1536192"/>
            <a:ext cx="7418527" cy="4204926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52400" dist="38100" dir="5400000">
              <a:srgbClr val="16284D">
                <a:alpha val="18000"/>
              </a:srgbClr>
            </a:outerShdw>
          </a:effectLst>
        </p:spPr>
      </p:sp>
      <p:pic>
        <p:nvPicPr>
          <p:cNvPr id="16" name="Image 0" descr="/home/user/seenemar-transportes/docs/apresentacao/sistema/img/04-coord-responsave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72768"/>
            <a:ext cx="7345375" cy="413177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· ETAPAS I E II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Execução das atividades de planejamento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2180844" cy="310896"/>
          </a:xfrm>
          <a:prstGeom prst="rect">
            <a:avLst/>
          </a:prstGeom>
          <a:solidFill>
            <a:srgbClr val="2F5E8E"/>
          </a:solidFill>
          <a:ln w="12700">
            <a:solidFill>
              <a:srgbClr val="2F5E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21808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DE ARTEFATOS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Andressa · Allana · Taina · Thamyres · Pascoal · Mara · Thailane · Marco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da atividade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Pendente, em andamento, aguardando, devolvida, concluída ou não se aplica.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11296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Prazo-meta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interna combinada para a entrega do artefato.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462272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443984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Observação, responsável e datas da atividade.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394960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37667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da etapa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concluídas sobre o total da etapa.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69664" y="1536192"/>
            <a:ext cx="7418527" cy="4204926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52400" dist="38100" dir="5400000">
              <a:srgbClr val="16284D">
                <a:alpha val="18000"/>
              </a:srgbClr>
            </a:outerShdw>
          </a:effectLst>
        </p:spPr>
      </p:sp>
      <p:pic>
        <p:nvPicPr>
          <p:cNvPr id="22" name="Image 0" descr="/home/user/seenemar-transportes/docs/apresentacao/sistema/img/05-elab-che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72768"/>
            <a:ext cx="7345375" cy="413177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· ATAS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atas de registro de preços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2180844" cy="310896"/>
          </a:xfrm>
          <a:prstGeom prst="rect">
            <a:avLst/>
          </a:prstGeom>
          <a:solidFill>
            <a:srgbClr val="2F5E8E"/>
          </a:solidFill>
          <a:ln w="12700">
            <a:solidFill>
              <a:srgbClr val="2F5E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21808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DE ARTEFATOS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Pascoal (pesquisa de atas de TI) e demais integrantes da Frente II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ata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Número, órgão gerenciador, objeto, fornecedor, forma de uso e vigência.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7588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número, órgão gerenciador, objeto ou fornecedor.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9145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77316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 e contratações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(adesão ou participante), vigência e as contratações vinculadas a cada ata.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69664" y="1536192"/>
            <a:ext cx="7418527" cy="4204926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52400" dist="38100" dir="5400000">
              <a:srgbClr val="16284D">
                <a:alpha val="18000"/>
              </a:srgbClr>
            </a:outerShdw>
          </a:effectLst>
        </p:spPr>
      </p:sp>
      <p:pic>
        <p:nvPicPr>
          <p:cNvPr id="19" name="Image 0" descr="/home/user/seenemar-transportes/docs/apresentacao/sistema/img/06-elab-a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72768"/>
            <a:ext cx="7345375" cy="4131774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· AUDITORIA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Trilha de auditoria das alterações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1225296" cy="310896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Elias Conceição Magalhães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Período, usuário, registro e operação.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7588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 depois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anterior e novo de cada campo alterado.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9145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77316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Excel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filtrado exportado em planilha.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69664" y="1536192"/>
            <a:ext cx="7418527" cy="4204926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52400" dist="38100" dir="5400000">
              <a:srgbClr val="16284D">
                <a:alpha val="18000"/>
              </a:srgbClr>
            </a:outerShdw>
          </a:effectLst>
        </p:spPr>
      </p:sp>
      <p:pic>
        <p:nvPicPr>
          <p:cNvPr id="19" name="Image 0" descr="/home/user/seenemar-transportes/docs/apresentacao/sistema/img/07-conf-audito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72768"/>
            <a:ext cx="7345375" cy="4131774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· PENDÊNCIAS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Pendências da equipe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1225296" cy="310896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Elias Conceição Magalhães · também disponível para a coordenação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da equipe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abertas atribuídas, prazos vencidos, vencimentos em até 5 dias e atividades sem responsável.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7588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por integrante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abertas, em curso, vencidas, a vencer e concluídas de cada integrante.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69664" y="1536192"/>
            <a:ext cx="7418527" cy="4204926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52400" dist="38100" dir="5400000">
              <a:srgbClr val="16284D">
                <a:alpha val="18000"/>
              </a:srgbClr>
            </a:outerShdw>
          </a:effectLst>
        </p:spPr>
      </p:sp>
      <p:pic>
        <p:nvPicPr>
          <p:cNvPr id="16" name="Image 0" descr="/home/user/seenemar-transportes/docs/apresentacao/sistema/img/08-conf-pendencias-equ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72768"/>
            <a:ext cx="7345375" cy="413177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FOCAL · PENDÊNCIAS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Minhas pendências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1746504" cy="310896"/>
          </a:xfrm>
          <a:prstGeom prst="rect">
            <a:avLst/>
          </a:prstGeom>
          <a:solidFill>
            <a:srgbClr val="8A5F0D"/>
          </a:solidFill>
          <a:ln w="12700">
            <a:solidFill>
              <a:srgbClr val="8A5F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FOCAL FAETEC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Jhonatan Silva Santos · Gibson Cruz da Silva · Luene Fernandes Curvello d’Ávila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pessoais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abertas, prazos vencidos, a vencer em 5 dias, aguardando terceiros e contratações coordenadas.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7588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atribuídas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editável na própria lista e acesso direto à contratação.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69664" y="1536192"/>
            <a:ext cx="7418527" cy="4204926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52400" dist="38100" dir="5400000">
              <a:srgbClr val="16284D">
                <a:alpha val="18000"/>
              </a:srgbClr>
            </a:outerShdw>
          </a:effectLst>
        </p:spPr>
      </p:sp>
      <p:pic>
        <p:nvPicPr>
          <p:cNvPr id="16" name="Image 0" descr="/home/user/seenemar-transportes/docs/apresentacao/sistema/img/09-pf-minhas-pendenc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72768"/>
            <a:ext cx="7345375" cy="413177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FOCAL · ETAPAS III A V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envio e contagem de prazo legal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1746504" cy="310896"/>
          </a:xfrm>
          <a:prstGeom prst="rect">
            <a:avLst/>
          </a:prstGeom>
          <a:solidFill>
            <a:srgbClr val="8A5F0D"/>
          </a:solidFill>
          <a:ln w="12700">
            <a:solidFill>
              <a:srgbClr val="8A5F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FOCAL FAETEC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Jhonatan Silva Santos · Gibson Cruz da Silva · Luene Fernandes Curvello d’Ávila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da atividade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andamento das comunicações e análises.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7588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envio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registrar o envio, o sistema calcula o prazo legal: SEPLAG 15 dias corridos, PRODERJ 20 dias úteis (+20), CGE 15 dias corridos.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69664" y="1536192"/>
            <a:ext cx="7418527" cy="4204926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52400" dist="38100" dir="5400000">
              <a:srgbClr val="16284D">
                <a:alpha val="18000"/>
              </a:srgbClr>
            </a:outerShdw>
          </a:effectLst>
        </p:spPr>
      </p:sp>
      <p:pic>
        <p:nvPicPr>
          <p:cNvPr id="16" name="Image 0" descr="/home/user/seenemar-transportes/docs/apresentacao/sistema/img/10-pf-prazos-leg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72768"/>
            <a:ext cx="7345375" cy="413177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FOCAL · DOCUMENTOS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Documentos e andamentos da contratação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1746504" cy="310896"/>
          </a:xfrm>
          <a:prstGeom prst="rect">
            <a:avLst/>
          </a:prstGeom>
          <a:solidFill>
            <a:srgbClr val="8A5F0D"/>
          </a:solidFill>
          <a:ln w="12700">
            <a:solidFill>
              <a:srgbClr val="8A5F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FOCAL FAETEC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Luene Fernandes Curvello d’Ávila (ponto focal de documentos) e demais pontos focais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Anexar documentos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 ou XLSX, até 50 MB por arquivo, com tipo e atividade vinculada.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7588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Andamentos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cronológico das movimentações da contratação.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69664" y="1536192"/>
            <a:ext cx="7418527" cy="4204926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52400" dist="38100" dir="5400000">
              <a:srgbClr val="16284D">
                <a:alpha val="18000"/>
              </a:srgbClr>
            </a:outerShdw>
          </a:effectLst>
        </p:spPr>
      </p:sp>
      <p:pic>
        <p:nvPicPr>
          <p:cNvPr id="16" name="Image 0" descr="/home/user/seenemar-transportes/docs/apresentacao/sistema/img/11-pf-documen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72768"/>
            <a:ext cx="7345375" cy="413177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· MANUTENÇÃO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Integrantes, perfis e regras do fluxo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1312164" cy="310896"/>
          </a:xfrm>
          <a:prstGeom prst="rect">
            <a:avLst/>
          </a:prstGeom>
          <a:solidFill>
            <a:srgbClr val="B3372B"/>
          </a:solidFill>
          <a:ln w="12700">
            <a:solidFill>
              <a:srgbClr val="B337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13121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Maul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e perfis, listas suspensas, áreas demandantes, feriados, atividades e prazos, modalidades.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7588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integrante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 órgão, frente, função, perfil e e-mail institucional.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9145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77316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acesso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quem já possui conta ativa e quem ainda não tem e-mail cadastrado.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69664" y="1536192"/>
            <a:ext cx="7418527" cy="4204926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52400" dist="38100" dir="5400000">
              <a:srgbClr val="16284D">
                <a:alpha val="18000"/>
              </a:srgbClr>
            </a:outerShdw>
          </a:effectLst>
        </p:spPr>
      </p:sp>
      <p:pic>
        <p:nvPicPr>
          <p:cNvPr id="19" name="Image 0" descr="/home/user/seenemar-transportes/docs/apresentacao/sistema/img/12-admin-integr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72768"/>
            <a:ext cx="7345375" cy="4131774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e posição da carteira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1485900" cy="310896"/>
          </a:xfrm>
          <a:prstGeom prst="rect">
            <a:avLst/>
          </a:prstGeom>
          <a:solidFill>
            <a:srgbClr val="16284D"/>
          </a:solidFill>
          <a:ln w="12700">
            <a:solidFill>
              <a:srgbClr val="1628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1485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PERFIS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para todos os perfis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report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do período, carteira, prazos e pendências por integrante.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11296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Modalidade, etapa, situação, responsável e órgão do responsável.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462272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443984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Excel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com os dados filtrados.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394960"/>
            <a:ext cx="329184" cy="329184"/>
          </a:xfrm>
          <a:prstGeom prst="ellipse">
            <a:avLst/>
          </a:prstGeom>
          <a:solidFill>
            <a:srgbClr val="B33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37667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Imprimir / PDF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pronta para envio.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69664" y="1536192"/>
            <a:ext cx="7418527" cy="4204926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52400" dist="38100" dir="5400000">
              <a:srgbClr val="16284D">
                <a:alpha val="18000"/>
              </a:srgbClr>
            </a:outerShdw>
          </a:effectLst>
        </p:spPr>
      </p:sp>
      <p:pic>
        <p:nvPicPr>
          <p:cNvPr id="22" name="Image 0" descr="/home/user/seenemar-transportes/docs/apresentacao/sistema/img/14-relato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72768"/>
            <a:ext cx="7345375" cy="413177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DO GT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da equipe e carga de trabalho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1485900" cy="310896"/>
          </a:xfrm>
          <a:prstGeom prst="rect">
            <a:avLst/>
          </a:prstGeom>
          <a:solidFill>
            <a:srgbClr val="16284D"/>
          </a:solidFill>
          <a:ln w="12700">
            <a:solidFill>
              <a:srgbClr val="1628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1485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PERFIS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reúne os 15 integrantes nas três frentes, com órgão, função, modelo de trabalho e atividades abertas de cada um.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64008" cy="59436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520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I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Coordenação, aprovação e conformidade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64008" cy="59436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297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II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 elaboração de artefatos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64008" cy="59436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074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III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3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focais e lançamento nos sistemas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169664" y="1536192"/>
            <a:ext cx="7418527" cy="4204926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6"/>
            </a:solidFill>
            <a:prstDash val="solid"/>
          </a:ln>
          <a:effectLst>
            <a:outerShdw sx="100000" sy="100000" kx="0" ky="0" algn="bl" rotWithShape="0" blurRad="152400" dist="38100" dir="5400000">
              <a:srgbClr val="16284D">
                <a:alpha val="18000"/>
              </a:srgbClr>
            </a:outerShdw>
          </a:effectLst>
        </p:spPr>
      </p:sp>
      <p:pic>
        <p:nvPicPr>
          <p:cNvPr id="16" name="Image 0" descr="/home/user/seenemar-transportes/docs/apresentacao/sistema/img/13-equ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72768"/>
            <a:ext cx="7345375" cy="413177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D9D2C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colocar a equipe em operação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1005840" cy="0"/>
          </a:xfrm>
          <a:prstGeom prst="line">
            <a:avLst/>
          </a:prstGeom>
          <a:noFill/>
          <a:ln w="25400">
            <a:solidFill>
              <a:srgbClr val="C89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B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e-mails</a:t>
            </a:r>
            <a:endParaRPr lang="en-US" sz="1700" dirty="0"/>
          </a:p>
          <a:p>
            <a:pPr indent="0" marL="0">
              <a:buNone/>
            </a:pPr>
            <a:r>
              <a:rPr lang="en-US" sz="145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administrador registra o e-mail institucional dos integrantes que ainda não o possuem.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614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B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761488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acesso</a:t>
            </a:r>
            <a:endParaRPr lang="en-US" sz="1700" dirty="0"/>
          </a:p>
          <a:p>
            <a:pPr indent="0" marL="0">
              <a:buNone/>
            </a:pPr>
            <a:r>
              <a:rPr lang="en-US" sz="145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entra em gt-propag-faetec.netlify.app, escolhe “Primeiro acesso” e define a senha.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856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B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785616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Designação de responsáveis</a:t>
            </a:r>
            <a:endParaRPr lang="en-US" sz="1700" dirty="0"/>
          </a:p>
          <a:p>
            <a:pPr indent="0" marL="0">
              <a:buNone/>
            </a:pPr>
            <a:r>
              <a:rPr lang="en-US" sz="145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coordenação define o responsável geral de cada contratação e os responsáveis por etapa.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097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B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809744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de atualização</a:t>
            </a:r>
            <a:endParaRPr lang="en-US" sz="1700" dirty="0"/>
          </a:p>
          <a:p>
            <a:pPr indent="0" marL="0">
              <a:buNone/>
            </a:pPr>
            <a:r>
              <a:rPr lang="en-US" sz="1450" dirty="0">
                <a:solidFill>
                  <a:srgbClr val="C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perfil atualiza as suas atividades; painel, pendências e relatórios passam a refletir a situação em tempo real.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6350">
            <a:solidFill>
              <a:srgbClr val="3A518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Controle de Contratações · GT PROPAG · telas com os dados do sistema em 25/09/2026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637215" y="6446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GT PROPAG · Compras Públicas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Controle de Contratações · GT PROPAG</dc:title>
  <dc:subject>Visão geral do sistema e atuação por perfil</dc:subject>
  <dc:creator>PptxGenJS</dc:creator>
  <cp:lastModifiedBy>PptxGenJS</cp:lastModifiedBy>
  <cp:revision>1</cp:revision>
  <dcterms:created xsi:type="dcterms:W3CDTF">2026-09-25T14:12:23Z</dcterms:created>
  <dcterms:modified xsi:type="dcterms:W3CDTF">2026-09-25T14:12:23Z</dcterms:modified>
</cp:coreProperties>
</file>